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1B6CA8">
              <a:alpha val="25000"/>
            </a:srgbClr>
          </a:solidFill>
          <a:ln w="12700">
            <a:solidFill>
              <a:srgbClr val="1B6CA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</a:rPr>
              <a:t>DESIGN DASH PROJECT  ·  2024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Exercise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3337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B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Personalized workout recommendations powered by fuzzy logic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7731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</a:rPr>
              <a:t>Team: Mercan &amp; Saadet   ·   Topic: Exercising   ·   Method: Fuzzy Logic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64592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we designing for?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91440" cy="35661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41732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6CA8"/>
                </a:solidFill>
              </a:rPr>
              <a:t>"The Confused Beginner"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2788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university student who wants to exercise regularly but doesn't know where to start.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34930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</a:rPr>
              <a:t>❶  Too many online programs — overwhelmed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8368" y="38404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</a:rPr>
              <a:t>❷  No personalization for fitness level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58368" y="41879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B"/>
                </a:solidFill>
              </a:rPr>
              <a:t>❸  Fear of doing exercises incorrectly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143000"/>
            <a:ext cx="397764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4632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</a:rPr>
              <a:t>CORE INSIGHT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46320" y="157276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don't know which exercises match their physical condition and experience level.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2926080"/>
            <a:ext cx="3977640" cy="1783080"/>
          </a:xfrm>
          <a:prstGeom prst="rect">
            <a:avLst/>
          </a:prstGeom>
          <a:solidFill>
            <a:srgbClr val="1B6CA8">
              <a:alpha val="90000"/>
            </a:srgbClr>
          </a:solidFill>
          <a:ln w="12700">
            <a:solidFill>
              <a:srgbClr val="1B6CA8">
                <a:alpha val="7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HOW MIGHT WE…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46320" y="336499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people find exercises suited to their personal fitness level, goals, and experience?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Exercise Assistant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377440" cy="2560320"/>
          </a:xfrm>
          <a:prstGeom prst="rect">
            <a:avLst/>
          </a:prstGeom>
          <a:solidFill>
            <a:srgbClr val="1A2E3B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USER INPUT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4505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BMI / Weight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7980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Fitness level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45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Activity level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 Exercise goal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71800" y="2697480"/>
            <a:ext cx="6400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93008" y="2578608"/>
            <a:ext cx="73152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2615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1417320"/>
            <a:ext cx="2468880" cy="2788920"/>
          </a:xfrm>
          <a:prstGeom prst="rect">
            <a:avLst/>
          </a:prstGeom>
          <a:solidFill>
            <a:srgbClr val="1B6CA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53619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FUZZY LOGIC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ENGINE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240280"/>
            <a:ext cx="1005840" cy="10058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749040" y="3337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Evaluates inputs using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F0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membership functions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F0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fuzzy rules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17920" y="26151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92240" y="1554480"/>
            <a:ext cx="2148840" cy="2560320"/>
          </a:xfrm>
          <a:prstGeom prst="rect">
            <a:avLst/>
          </a:prstGeom>
          <a:solidFill>
            <a:srgbClr val="1A2E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16642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</a:rPr>
              <a:t>OUTPUT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0" y="2148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Exercise type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83680" y="25328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Intensity level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83680" y="29169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Duration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583680" y="330098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Difficulty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3B1"/>
                </a:solidFill>
              </a:rPr>
              <a:t>Prototype Flow: User Input  →  Fuzzy System  →  Personalized Recommendation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</a:rPr>
              <a:t>KEY FEATURES &amp; EVOLUTION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iterated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43000"/>
            <a:ext cx="91440" cy="1554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459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1490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</a:rPr>
              <a:t>Personalization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99032" y="18928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Tailored to age, BMI, fitness level &amp; goals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00600" y="11430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143000"/>
            <a:ext cx="91440" cy="155448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64592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88152" y="1490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</a:rPr>
              <a:t>Simple Interface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88152" y="18928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Minimal inputs, clear recommendations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11480" y="29718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2971800"/>
            <a:ext cx="91440" cy="1554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4747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99032" y="3319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</a:rPr>
              <a:t>Exercise Categories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99032" y="37216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types with intensity levels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800600" y="2971800"/>
            <a:ext cx="39319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971800"/>
            <a:ext cx="91440" cy="1554480"/>
          </a:xfrm>
          <a:prstGeom prst="rect">
            <a:avLst/>
          </a:prstGeom>
          <a:solidFill>
            <a:srgbClr val="1B7A34"/>
          </a:solidFill>
          <a:ln w="12700">
            <a:solidFill>
              <a:srgbClr val="1B7A3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347472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88152" y="33192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B"/>
                </a:solidFill>
              </a:rPr>
              <a:t>Progress Tracking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88152" y="37216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B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 improvement over time (v2)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3B1"/>
                </a:solidFill>
              </a:rPr>
              <a:t>Based on user testing: added intensity levels, exercise videos, and progress tracking in v2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Exercise Assistant</dc:title>
  <dc:subject>PptxGenJS Presentation</dc:subject>
  <dc:creator>PptxGenJS</dc:creator>
  <cp:lastModifiedBy>PptxGenJS</cp:lastModifiedBy>
  <cp:revision>1</cp:revision>
  <dcterms:created xsi:type="dcterms:W3CDTF">2026-04-15T11:11:59Z</dcterms:created>
  <dcterms:modified xsi:type="dcterms:W3CDTF">2026-04-15T11:11:59Z</dcterms:modified>
</cp:coreProperties>
</file>